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7272"/>
    <a:srgbClr val="9BBB59"/>
    <a:srgbClr val="39B0D4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41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github.com/ashutoshsingh8/MPLADS_Rakshak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mplads.mospi.gov.in/digigov/dashboard.html" TargetMode="External"/><Relationship Id="rId13" Type="http://schemas.openxmlformats.org/officeDocument/2006/relationships/hyperlink" Target="https://dmeo.gov.in/index.php/node/432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mplads.mospi.gov.in/digigov/landingpage.html#aboutus" TargetMode="External"/><Relationship Id="rId12" Type="http://schemas.openxmlformats.org/officeDocument/2006/relationships/hyperlink" Target="https://www.mospi.gov.i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11" Type="http://schemas.openxmlformats.org/officeDocument/2006/relationships/hyperlink" Target="https://www.youtube.com/watch?v=bJjhhNngZIE" TargetMode="External"/><Relationship Id="rId5" Type="http://schemas.openxmlformats.org/officeDocument/2006/relationships/image" Target="../media/image10.jpg"/><Relationship Id="rId15" Type="http://schemas.openxmlformats.org/officeDocument/2006/relationships/hyperlink" Target="https://empoweredindian.in/mplads" TargetMode="External"/><Relationship Id="rId10" Type="http://schemas.openxmlformats.org/officeDocument/2006/relationships/hyperlink" Target="https://en.vikaspedia.in/viewcontent/e-governance/online-citizen-services/mplads%E2%80%93esakshi-web-portal?lgn=en" TargetMode="External"/><Relationship Id="rId4" Type="http://schemas.openxmlformats.org/officeDocument/2006/relationships/image" Target="../media/image9.jpg"/><Relationship Id="rId9" Type="http://schemas.openxmlformats.org/officeDocument/2006/relationships/hyperlink" Target="https://cpwd.gov.in/Documents/cpwd_publication.aspx" TargetMode="External"/><Relationship Id="rId14" Type="http://schemas.openxmlformats.org/officeDocument/2006/relationships/hyperlink" Target="https://ngodarpan.gov.in/#/fa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778656" y="1335210"/>
            <a:ext cx="3001716" cy="3210414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9836" y="1286631"/>
            <a:ext cx="8681491" cy="4764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Garamond" panose="02020404030301010803" pitchFamily="18" charset="0"/>
                <a:cs typeface="Times New Roman" panose="02020603050405020304" pitchFamily="18" charset="0"/>
              </a:rPr>
              <a:t>Problem Statement ID - 26102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ramond" panose="02020404030301010803" pitchFamily="18" charset="0"/>
                <a:cs typeface="Times New Roman" panose="02020603050405020304" pitchFamily="18" charset="0"/>
              </a:rPr>
              <a:t>Problem Statement Title - </a:t>
            </a:r>
            <a:r>
              <a:rPr lang="en-IN" sz="2000" b="1" dirty="0">
                <a:latin typeface="Garamond" panose="02020404030301010803" pitchFamily="18" charset="0"/>
              </a:rPr>
              <a:t>Development of an AI-powered system to                              detect anomalies, fraud, and inefficiencies in MPLAD Scheme implementation regd.</a:t>
            </a:r>
            <a:endParaRPr lang="en-US" sz="2000" b="1" dirty="0"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Garamond" panose="02020404030301010803" pitchFamily="18" charset="0"/>
                <a:cs typeface="Times New Roman" panose="02020603050405020304" pitchFamily="18" charset="0"/>
              </a:rPr>
              <a:t>Theme 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Garamond" panose="02020404030301010803" pitchFamily="18" charset="0"/>
                <a:cs typeface="Times New Roman" panose="02020603050405020304" pitchFamily="18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Garamond" panose="02020404030301010803" pitchFamily="18" charset="0"/>
                <a:cs typeface="Times New Roman" panose="02020603050405020304" pitchFamily="18" charset="0"/>
              </a:rPr>
              <a:t>Team ID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Garamond" panose="02020404030301010803" pitchFamily="18" charset="0"/>
                <a:cs typeface="Times New Roman" panose="02020603050405020304" pitchFamily="18" charset="0"/>
              </a:rPr>
              <a:t>Team Name (Registered on portal) – The </a:t>
            </a:r>
            <a:r>
              <a:rPr lang="en-US" sz="2400" b="1" dirty="0" err="1">
                <a:latin typeface="Garamond" panose="02020404030301010803" pitchFamily="18" charset="0"/>
                <a:cs typeface="Times New Roman" panose="02020603050405020304" pitchFamily="18" charset="0"/>
              </a:rPr>
              <a:t>Lolgorithms</a:t>
            </a:r>
            <a:endParaRPr lang="en-IN" sz="2400" b="1" dirty="0"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329253" y="180951"/>
            <a:ext cx="6137739" cy="698280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MPLADS Rakshak : </a:t>
            </a:r>
            <a:r>
              <a:rPr lang="en-I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Protection of Public Funds</a:t>
            </a:r>
            <a:endParaRPr lang="en-US" sz="2800" b="1" dirty="0">
              <a:solidFill>
                <a:schemeClr val="tx2"/>
              </a:solidFill>
              <a:highlight>
                <a:srgbClr val="39B0D4"/>
              </a:highlight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611" y="126424"/>
            <a:ext cx="187709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Lolgorithms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4C28A7-2F11-6890-F5D6-71021795F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20" y="1085850"/>
            <a:ext cx="11777016" cy="51985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A2BE64-AA9D-F05E-0704-192A2B4DB2BB}"/>
              </a:ext>
            </a:extLst>
          </p:cNvPr>
          <p:cNvSpPr txBox="1"/>
          <p:nvPr/>
        </p:nvSpPr>
        <p:spPr>
          <a:xfrm>
            <a:off x="563471" y="5238451"/>
            <a:ext cx="1242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HUB</a:t>
            </a:r>
            <a:endParaRPr lang="en-IN" sz="24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1D340-54DF-D30E-54DE-93EC48D7D6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3578" y="5504481"/>
            <a:ext cx="665675" cy="665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0208"/>
            <a:ext cx="1820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</a:t>
            </a:r>
            <a:r>
              <a:rPr lang="en-US" dirty="0" err="1"/>
              <a:t>Lolgorithms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4CFBC6-7418-3297-7B94-CC3C4CC0D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063498"/>
            <a:ext cx="11105071" cy="52597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9001"/>
            <a:ext cx="1820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</a:t>
            </a:r>
            <a:r>
              <a:rPr lang="en-US" dirty="0" err="1"/>
              <a:t>Lolgorithms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23641E-EB1E-FA6D-F5DF-19B2DF0897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67"/>
          <a:stretch>
            <a:fillRect/>
          </a:stretch>
        </p:blipFill>
        <p:spPr>
          <a:xfrm>
            <a:off x="-10908" y="1016305"/>
            <a:ext cx="12202907" cy="533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9001"/>
            <a:ext cx="184922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The Lolgorithms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BE2A31-F43C-5C2C-4E32-7F4FC301F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43" y="1267259"/>
            <a:ext cx="6314773" cy="48840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0977DF-83CE-C169-A798-41F0C5BC9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144" y="1063837"/>
            <a:ext cx="3870325" cy="423744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4C9342-F632-8678-570A-62A3B3A5F807}"/>
              </a:ext>
            </a:extLst>
          </p:cNvPr>
          <p:cNvSpPr/>
          <p:nvPr/>
        </p:nvSpPr>
        <p:spPr>
          <a:xfrm>
            <a:off x="6915151" y="1267259"/>
            <a:ext cx="162658" cy="48840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A9A189-6109-0B8C-FBA2-8B9E2DC5A033}"/>
              </a:ext>
            </a:extLst>
          </p:cNvPr>
          <p:cNvSpPr txBox="1"/>
          <p:nvPr/>
        </p:nvSpPr>
        <p:spPr>
          <a:xfrm>
            <a:off x="7311074" y="5154434"/>
            <a:ext cx="47188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Nagaland Leads-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Achieved a peak 95.7% fund utilization rate.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Top 10 Average-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Maintaining a solid 56.5% baseline utilization.</a:t>
            </a:r>
            <a:endParaRPr lang="en-IN" sz="2100" b="0" i="0" dirty="0">
              <a:solidFill>
                <a:srgbClr val="121212"/>
              </a:solidFill>
              <a:effectLst/>
              <a:latin typeface="DM Sans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1914" y="120208"/>
            <a:ext cx="181031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The Lolgorithms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66F26C-5EA0-E21E-8879-1BC16D72D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3429000"/>
            <a:ext cx="4327822" cy="23625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3C13402-1895-742E-7688-2B1A386B9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113" y="3429000"/>
            <a:ext cx="4327823" cy="236255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15E353A-C221-3231-4BD6-6884D16C88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990" r="20965"/>
          <a:stretch>
            <a:fillRect/>
          </a:stretch>
        </p:blipFill>
        <p:spPr>
          <a:xfrm>
            <a:off x="4341078" y="2823439"/>
            <a:ext cx="3818243" cy="34713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1520149-0613-9768-90BD-F66AC7338742}"/>
              </a:ext>
            </a:extLst>
          </p:cNvPr>
          <p:cNvSpPr txBox="1"/>
          <p:nvPr/>
        </p:nvSpPr>
        <p:spPr>
          <a:xfrm>
            <a:off x="370936" y="1095376"/>
            <a:ext cx="11128075" cy="2273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MoSPI (Ministry of Statistics and Programme Implementation):</a:t>
            </a:r>
            <a:r>
              <a:rPr lang="en-IN" sz="1400" dirty="0"/>
              <a:t> </a:t>
            </a:r>
            <a:r>
              <a:rPr lang="en-IN" sz="1400" dirty="0">
                <a:hlinkClick r:id="rId7"/>
              </a:rPr>
              <a:t>https://mplads.mospi.gov.in/digigov/landingpage.html#aboutus</a:t>
            </a:r>
            <a:endParaRPr lang="en-IN" sz="1400" dirty="0"/>
          </a:p>
          <a:p>
            <a:r>
              <a:rPr lang="en-IN" sz="1400" b="1" dirty="0"/>
              <a:t>MoSPI (Ministry of Statistics and Programme Implementation):</a:t>
            </a:r>
            <a:r>
              <a:rPr lang="en-IN" sz="1400" dirty="0"/>
              <a:t> </a:t>
            </a:r>
            <a:r>
              <a:rPr lang="en-IN" sz="1400" dirty="0">
                <a:hlinkClick r:id="rId8"/>
              </a:rPr>
              <a:t>https://mplads.mospi.gov.in/digigov/dashboard.html</a:t>
            </a:r>
            <a:endParaRPr lang="en-IN" sz="1400" dirty="0"/>
          </a:p>
          <a:p>
            <a:r>
              <a:rPr lang="en-IN" sz="1400" b="1" dirty="0"/>
              <a:t>CPWD (Central Public Works Department):</a:t>
            </a:r>
            <a:r>
              <a:rPr lang="en-IN" sz="1400" dirty="0"/>
              <a:t> </a:t>
            </a:r>
            <a:r>
              <a:rPr lang="en-IN" sz="1400" dirty="0">
                <a:hlinkClick r:id="rId9"/>
              </a:rPr>
              <a:t>https://cpwd.gov.in/Documents/cpwd_publication.aspx</a:t>
            </a:r>
            <a:endParaRPr lang="en-IN" sz="1400" dirty="0"/>
          </a:p>
          <a:p>
            <a:r>
              <a:rPr lang="en-IN" sz="1400" b="1" dirty="0" err="1"/>
              <a:t>Vikaspedia</a:t>
            </a:r>
            <a:r>
              <a:rPr lang="en-IN" sz="1400" b="1" dirty="0"/>
              <a:t> (</a:t>
            </a:r>
            <a:r>
              <a:rPr lang="en-IN" sz="1400" b="1" dirty="0" err="1"/>
              <a:t>MeitY</a:t>
            </a:r>
            <a:r>
              <a:rPr lang="en-IN" sz="1400" b="1" dirty="0"/>
              <a:t>):</a:t>
            </a:r>
            <a:r>
              <a:rPr lang="en-IN" sz="1400" dirty="0"/>
              <a:t> </a:t>
            </a:r>
            <a:r>
              <a:rPr lang="en-IN" sz="1400" dirty="0">
                <a:hlinkClick r:id="rId10"/>
              </a:rPr>
              <a:t>https://en.vikaspedia.in/viewcontent/e-governance/online-citizen-services/mplads%E2%80%93esakshi-web-portal?lgn=en</a:t>
            </a:r>
            <a:endParaRPr lang="en-IN" sz="1400" dirty="0"/>
          </a:p>
          <a:p>
            <a:r>
              <a:rPr lang="en-IN" sz="1400" b="1" dirty="0"/>
              <a:t>YouTube (Drishti IAS):</a:t>
            </a:r>
            <a:r>
              <a:rPr lang="en-IN" sz="1400" dirty="0"/>
              <a:t> </a:t>
            </a:r>
            <a:r>
              <a:rPr lang="en-IN" sz="1400" dirty="0">
                <a:hlinkClick r:id="rId11"/>
              </a:rPr>
              <a:t>https://www.youtube.com/watch?v=bJjhhNngZIE</a:t>
            </a:r>
            <a:endParaRPr lang="en-IN" sz="1400" dirty="0"/>
          </a:p>
          <a:p>
            <a:r>
              <a:rPr lang="en-IN" sz="1400" b="1" dirty="0"/>
              <a:t>MoSPI (Ministry of Statistics and Programme Implementation):</a:t>
            </a:r>
            <a:r>
              <a:rPr lang="en-IN" sz="1400" dirty="0"/>
              <a:t> </a:t>
            </a:r>
            <a:r>
              <a:rPr lang="en-IN" sz="1400" dirty="0">
                <a:hlinkClick r:id="rId12"/>
              </a:rPr>
              <a:t>https://www.mospi.gov.in/</a:t>
            </a:r>
            <a:endParaRPr lang="en-IN" sz="1400" dirty="0"/>
          </a:p>
          <a:p>
            <a:r>
              <a:rPr lang="en-IN" sz="1400" b="1" dirty="0"/>
              <a:t>DMEO (Development Monitoring and Evaluation Office, NITI Aayog):</a:t>
            </a:r>
            <a:r>
              <a:rPr lang="en-IN" sz="1400" dirty="0"/>
              <a:t> </a:t>
            </a:r>
            <a:r>
              <a:rPr lang="en-IN" sz="1400" dirty="0">
                <a:hlinkClick r:id="rId13"/>
              </a:rPr>
              <a:t>https://dmeo.gov.in/index.php/node/432</a:t>
            </a:r>
            <a:endParaRPr lang="en-IN" sz="1400" dirty="0"/>
          </a:p>
          <a:p>
            <a:r>
              <a:rPr lang="en-IN" sz="1400" b="1" dirty="0"/>
              <a:t>NGO Darpan (NITI Aayog):</a:t>
            </a:r>
            <a:r>
              <a:rPr lang="en-IN" sz="1400" dirty="0"/>
              <a:t> </a:t>
            </a:r>
            <a:r>
              <a:rPr lang="en-IN" sz="1400" dirty="0">
                <a:hlinkClick r:id="rId14"/>
              </a:rPr>
              <a:t>https://ngodarpan.gov.in/#/faq</a:t>
            </a:r>
            <a:endParaRPr lang="en-IN" sz="1400" dirty="0"/>
          </a:p>
          <a:p>
            <a:r>
              <a:rPr lang="en-IN" sz="1400" b="1" dirty="0"/>
              <a:t>Empowered Indian:</a:t>
            </a:r>
            <a:r>
              <a:rPr lang="en-IN" sz="1400" dirty="0"/>
              <a:t> </a:t>
            </a:r>
            <a:r>
              <a:rPr lang="en-IN" sz="1400" dirty="0">
                <a:hlinkClick r:id="rId15"/>
              </a:rPr>
              <a:t>https://empoweredindian.in/mplads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27" name="Speech Bubble: Oval 26">
            <a:extLst>
              <a:ext uri="{FF2B5EF4-FFF2-40B4-BE49-F238E27FC236}">
                <a16:creationId xmlns:a16="http://schemas.microsoft.com/office/drawing/2014/main" id="{0D43B9E7-FFF2-122E-09D2-B3223072A08A}"/>
              </a:ext>
            </a:extLst>
          </p:cNvPr>
          <p:cNvSpPr/>
          <p:nvPr/>
        </p:nvSpPr>
        <p:spPr>
          <a:xfrm>
            <a:off x="9333781" y="2346385"/>
            <a:ext cx="2248619" cy="802257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Wide Latin" panose="020A0A07050505020404" pitchFamily="18" charset="0"/>
              </a:rPr>
              <a:t>UI/UX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8039</TotalTime>
  <Words>327</Words>
  <Application>Microsoft Office PowerPoint</Application>
  <PresentationFormat>Widescreen</PresentationFormat>
  <Paragraphs>46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DM Sans</vt:lpstr>
      <vt:lpstr>Garamond</vt:lpstr>
      <vt:lpstr>Times New Roman</vt:lpstr>
      <vt:lpstr>TradeGothic</vt:lpstr>
      <vt:lpstr>Wide Latin</vt:lpstr>
      <vt:lpstr>Office Theme</vt:lpstr>
      <vt:lpstr>SMART INDIA HACKATHON 2026</vt:lpstr>
      <vt:lpstr>MPLADS Rakshak : AI-Powered Protection of Public Funds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Ashutosh Singh</cp:lastModifiedBy>
  <cp:revision>151</cp:revision>
  <dcterms:created xsi:type="dcterms:W3CDTF">2013-12-12T18:46:50Z</dcterms:created>
  <dcterms:modified xsi:type="dcterms:W3CDTF">2026-09-06T16:38:12Z</dcterms:modified>
  <cp:category/>
</cp:coreProperties>
</file>